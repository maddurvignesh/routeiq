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hook: classical routing asks 'what is shortest?' - this project asks 'what is fastest right now?'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standard congestion-collapse story: the metric and the objective have drifted apart. 803 ms vs 86 ms in experiment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matters: the ML module only changes the outcome in one of six scenarios, and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callback boundary is the key design decision: it is why the system still runs if models/congestion_model.joblib is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backbone is faster on paper but is exactly the route every naive protocol keeps 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Severity is what lets one scenario be milder than another; exp5 uses a gentle spike while exp2 saturates the whole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flowchart once here, then reuse it on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are a priori engineering judgement. A sensitivity sweep is the first item of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previous_level is the previous prediction for the same link - a router always knows it, so it is not leakage. It is what makes the prediction temporal rather than per-sample.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 F1 0.983. Importances: previous_level 26 %, packet_loss 25 %, utilisation 22 % - congestion persists, and the two direct symptoms follow. Say the caveat out loud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fresh topology per run means runs cannot contaminate each other. The condition targets the hop-count shortest path, so the experiment is not rigged in favour of the adaptive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utilisation is identical (31.32 %) for all three - the same traffic is offered every run, only the route differs. Route utilisation 43.3 % → 23.2 % is the meaningful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defining difference between a reactive and a proactive signal, and it is the honest answer to 'why would you pay more now?'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the limitations is the strongest thing you can do here. Exp6 shows the technique's boundary: finding the least-bad path is not the same as having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these is a concrete next step, not a dead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 framing: hop count is cheap to compute and wrong exactly when it matters. Thank the panel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4028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F2933"/>
                </a:solidFill>
                <a:latin typeface="Calibri"/>
              </a:rPr>
              <a:t>Adaptive Routing Based on Real-Time Network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2044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1">
                <a:solidFill>
                  <a:srgbClr val="64748B"/>
                </a:solidFill>
                <a:latin typeface="Calibri"/>
              </a:rPr>
              <a:t>A simulation study of reactive and ML-assisted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09160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2933"/>
                </a:solidFill>
                <a:latin typeface="Calibri"/>
              </a:rPr>
              <a:t>Your Name  |  Roll No. 00  |  III Year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Computer Networks + Machine Learning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Guide: Prof.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Static metrics ignore the state of the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4434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4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OSPF and RIP choose a path from a static metric - normally hop count</a:t>
            </a:r>
          </a:p>
          <a:p>
            <a:pPr marL="406400" indent="-254000">
              <a:spcAft>
                <a:spcPts val="14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The path is recomputed only when a link goes up or down</a:t>
            </a:r>
          </a:p>
          <a:p>
            <a:pPr marL="406400" indent="-254000">
              <a:spcAft>
                <a:spcPts val="14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Networks rarely fail - they degrade: buffers fill, delay rises, packets drop</a:t>
            </a:r>
          </a:p>
          <a:p>
            <a:pPr marL="406400" indent="-254000">
              <a:spcAft>
                <a:spcPts val="14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Result: all traffic stays pinned to “the shortest path” while that path saturates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12064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 i="0">
                <a:solidFill>
                  <a:srgbClr val="1F2933"/>
                </a:solidFill>
                <a:latin typeface="Calibri"/>
              </a:rPr>
              <a:t>Cost and congestion are simply not the same quantity.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Goal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4434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Build a routing decision that reacts to live link conditions</a:t>
            </a:r>
          </a:p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Measure it against a load-oblivious baseline with a real packet simulation</a:t>
            </a:r>
          </a:p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Add an ML congestion predictor and test whether it adds value</a:t>
            </a:r>
          </a:p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Report the results honestly - including where the ML module does NOT help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Five layers, one callback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032" y="1691640"/>
            <a:ext cx="5955631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600" b="1" i="0">
                <a:solidFill>
                  <a:srgbClr val="1F2933"/>
                </a:solidFill>
                <a:latin typeface="Calibri"/>
              </a:rPr>
              <a:t>ML reaches the router only through penalty(u, v, attrs) -&gt; float - so core never imports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8 routers, 13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5571439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Routers S, A, B, C, D, E, F, T</a:t>
            </a:r>
          </a:p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Hop-count shortest path: S → A → C → T (3 hops)</a:t>
            </a:r>
          </a:p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Main alternate: S → B → D → F → T (4 hops)</a:t>
            </a:r>
          </a:p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Each link carries bandwidth, latency, loss, congestion, traffic, reliability</a:t>
            </a:r>
          </a:p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Live values plus base_* copies - so any fault can be undone exactly</a:t>
            </a:r>
          </a:p>
          <a:p>
            <a:pPr marL="406400" indent="-254000">
              <a:spcAft>
                <a:spcPts val="800"/>
              </a:spcAft>
            </a:pPr>
            <a:r>
              <a:rPr sz="17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1F2933"/>
                </a:solidFill>
                <a:latin typeface="Calibri"/>
              </a:rPr>
              <a:t>Invariant: congestion = traffic / bandwidth</a:t>
            </a:r>
          </a:p>
        </p:txBody>
      </p:sp>
      <p:pic>
        <p:nvPicPr>
          <p:cNvPr id="7" name="Picture 6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27" y="2247128"/>
            <a:ext cx="5120640" cy="3461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Simulating real-time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Six degradations plus a way back to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74519"/>
          <a:ext cx="110578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Effect on the affected links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CONGESTION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queue fills; congestion, traffic and latency rise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TRAFFIC_SPIKE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utilisation jumps on a single link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HIGH_LATENCY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delay × 6, loss untouched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HIGH_PACKET_LOSS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loss driven to 5 - 20 %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LOW_BANDWIDTH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capacity cut by up to 70 %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restore every link to its baseline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434840"/>
            <a:ext cx="11057839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A severity parameter in (0, 1] scales every effect</a:t>
            </a:r>
          </a:p>
          <a:p>
            <a:pPr marL="406400" indent="-254000"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Congestion is clamped at 0.97 so the queueing curve stays finite</a:t>
            </a:r>
          </a:p>
          <a:p>
            <a:pPr marL="406400" indent="-254000">
              <a:spcAft>
                <a:spcPts val="8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Default target: the current shortest path - “congest the route a naive protocol would keep using”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Strategy 1 -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Exactly what OSPF / RIP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2024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Dijkstra on hop count</a:t>
            </a:r>
          </a:p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Never looks at latency, loss or congestion</a:t>
            </a:r>
          </a:p>
          <a:p>
            <a:pPr marL="406400" indent="-254000">
              <a:spcAft>
                <a:spcPts val="16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The control group every other strategy is measured against</a:t>
            </a:r>
          </a:p>
        </p:txBody>
      </p:sp>
      <p:pic>
        <p:nvPicPr>
          <p:cNvPr id="7" name="Picture 6" descr="routing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82471"/>
            <a:ext cx="5486400" cy="4007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Strategy 2 - adaptive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Every term normalised to [0, 1]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900" b="1" i="0">
                <a:solidFill>
                  <a:srgbClr val="1F2933"/>
                </a:solidFill>
                <a:latin typeface="Calibri"/>
              </a:rPr>
              <a:t>cost = 0.35·min(lat/100,1) + 0.30·congestion
        + 0.25·min(loss/0.20,1) + 0.10·(1 − min(bw/1000,1))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91840"/>
            <a:ext cx="110578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Normalisation makes the four metrics comparable - ms, % and Mbps cannot be added raw</a:t>
            </a:r>
          </a:p>
          <a:p>
            <a:pPr marL="406400" indent="-254000"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Weights are validated to sum to 1.0 and live in config.py</a:t>
            </a:r>
          </a:p>
          <a:p>
            <a:pPr marL="406400" indent="-254000"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Dijkstra with this cost as the edge weight → minimum cost under current conditions</a:t>
            </a:r>
          </a:p>
          <a:p>
            <a:pPr marL="406400" indent="-254000"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The four cheapest rejected alternatives are listed too - the decision is explainable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Strategy 3 - ML-assisted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A proactive signal added to the same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4434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1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6 features: latency, loss, utilisation, traffic, queue length, previous_level</a:t>
            </a:r>
          </a:p>
          <a:p>
            <a:pPr marL="406400" indent="-254000">
              <a:spcAft>
                <a:spcPts val="11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Random Forest - 5 000 samples, 75/25 split, seed 42</a:t>
            </a:r>
          </a:p>
          <a:p>
            <a:pPr marL="406400" indent="-254000">
              <a:spcAft>
                <a:spcPts val="11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Labels come from an explicit rule:</a:t>
            </a:r>
          </a:p>
          <a:p>
            <a:pPr marL="342900" indent="-190500" lvl="1">
              <a:spcAft>
                <a:spcPts val="11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64748B"/>
                </a:solidFill>
                <a:latin typeface="Calibri"/>
              </a:rPr>
              <a:t>severity = 0.40·util + 0.30·min(lat/100,1) + 0.30·min(loss/0.15,1)</a:t>
            </a:r>
          </a:p>
          <a:p>
            <a:pPr marL="342900" indent="-190500" lvl="1">
              <a:spcAft>
                <a:spcPts val="11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64748B"/>
                </a:solidFill>
                <a:latin typeface="Calibri"/>
              </a:rPr>
              <a:t>severity ≥ 0.65 → Congested,  ≥ 0.40 → Warning, else Normal</a:t>
            </a:r>
          </a:p>
          <a:p>
            <a:pPr marL="406400" indent="-254000">
              <a:spcAft>
                <a:spcPts val="11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Predicted class → additive penalty of 0.00 / 0.35 / 0.90</a:t>
            </a:r>
          </a:p>
          <a:p>
            <a:pPr marL="406400" indent="-254000">
              <a:spcAft>
                <a:spcPts val="1100"/>
              </a:spcAft>
            </a:pPr>
            <a:r>
              <a:rPr sz="18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Penalties are computed once per decision, for every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Classifier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98.48 % on 1 250 held-out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l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85" y="1737360"/>
            <a:ext cx="4861245" cy="4206240"/>
          </a:xfrm>
          <a:prstGeom prst="rect">
            <a:avLst/>
          </a:prstGeom>
        </p:spPr>
      </p:pic>
      <p:pic>
        <p:nvPicPr>
          <p:cNvPr id="7" name="Picture 6" descr="ml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0" y="1737360"/>
            <a:ext cx="5140959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66928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Accuracy measures consistency with our own labelling rule - the end-to-end proof is slide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6 scenarios × 3 strategies = 18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74519"/>
          <a:ext cx="110578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305"/>
                <a:gridCol w="78055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18 (6 scenarios × 3 strategies)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Time steps per run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Packets per step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80  →  400 per run, 7 200 in total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42 (conditions, packets, ML split)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predefined 8-router / 13-link graph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Source → destination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S → T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526280"/>
            <a:ext cx="11057839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9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Every strategy sees the identical timeline on an identical fresh topology</a:t>
            </a:r>
          </a:p>
          <a:p>
            <a:pPr marL="406400" indent="-254000">
              <a:spcAft>
                <a:spcPts val="9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exp1 is a control: with no faults all three must agree</a:t>
            </a:r>
          </a:p>
          <a:p>
            <a:pPr marL="406400" indent="-254000">
              <a:spcAft>
                <a:spcPts val="9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exp5 targets only link S-A - the scenario built to isolate the ML contribution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Headline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Averaged over the six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57837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774"/>
                <a:gridCol w="2010516"/>
                <a:gridCol w="1608412"/>
                <a:gridCol w="1809464"/>
                <a:gridCol w="261367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Latency (ms)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Loss (%)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Delivery (%)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Congested steps (%)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Shortest Path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354.74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5.83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94.17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Adaptive Routing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151.05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99.71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933"/>
                          </a:solidFill>
                          <a:latin typeface="Calibri"/>
                        </a:rPr>
                        <a:t>26.67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</a:rPr>
                        <a:t>Adaptive + ML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</a:rPr>
                        <a:t>125.58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</a:rPr>
                        <a:t>99.71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</a:rPr>
                        <a:t>13.33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51" y="3429000"/>
            <a:ext cx="7752193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76072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 i="0">
                <a:solidFill>
                  <a:srgbClr val="1F2933"/>
                </a:solidFill>
                <a:latin typeface="Calibri"/>
              </a:rPr>
              <a:t>vs hop count:  −57 % latency,  −95 % packet loss,  +43 % throughput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Where the win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Two experiments carry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57837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4699581"/>
                <a:gridCol w="193512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exp2 - congestion on the shortest path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Shortest Path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 → A → C → T  (stuck)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803 ms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Adaptive (+ ML)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 → B → D → F → T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86 ms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3063240"/>
          <a:ext cx="11057837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135"/>
                <a:gridCol w="4699581"/>
                <a:gridCol w="193512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exp5 - traffic spike on a single link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109728" marR="73152" marT="27432" marB="27432" anchor="ctr"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Shortest Path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 → A → C → 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238 ms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Adaptive Routing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 → A → C → T  (does not move)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238 ms</a:t>
                      </a:r>
                    </a:p>
                  </a:txBody>
                  <a:tcPr marL="109728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Adaptive + ML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S → B → D → F → T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</a:rPr>
                        <a:t>86 ms</a:t>
                      </a:r>
                    </a:p>
                  </a:txBody>
                  <a:tcPr marL="109728" marR="73152" marT="27432" marB="27432"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84632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In exp5 the ML route's current cost is higher (0.608 vs 0.512) - the model is buying a future improvement, not a present 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When it does not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Calibri"/>
              </a:rPr>
              <a:t>Reported, not hidden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578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20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Healthy network (exp1): all three strategies pick the identical route - adaptation costs nothing, but gains nothing either</a:t>
            </a:r>
          </a:p>
          <a:p>
            <a:pPr marL="406400" indent="-254000">
              <a:spcAft>
                <a:spcPts val="20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Whole neighbourhood degraded (exp6): every strategy falls to ~369 ms - adaptive routing finds the least-bad path but cannot create capacity</a:t>
            </a:r>
          </a:p>
          <a:p>
            <a:pPr marL="406400" indent="-254000">
              <a:spcAft>
                <a:spcPts val="20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The ML module changes the outcome in 1 of 6 scenarios, not all of them</a:t>
            </a:r>
          </a:p>
          <a:p>
            <a:pPr marL="406400" indent="-254000">
              <a:spcAft>
                <a:spcPts val="20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Results are deterministic (one seed, one topology): reproducible, but not a statistical sample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1105783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20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Simulation, not a testbed - no NS-3, Mininet or real routers</a:t>
            </a:r>
          </a:p>
          <a:p>
            <a:pPr marL="406400" indent="-254000">
              <a:spcAft>
                <a:spcPts val="20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Synthetic dataset, so accuracy reflects our own labelling rule</a:t>
            </a:r>
          </a:p>
          <a:p>
            <a:pPr marL="406400" indent="-254000">
              <a:spcAft>
                <a:spcPts val="20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Small fixed topology (8 routers); the random-topology builder is not yet swept</a:t>
            </a:r>
          </a:p>
          <a:p>
            <a:pPr marL="406400" indent="-254000">
              <a:spcAft>
                <a:spcPts val="20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Only three strategies - no ECMP, QoS or SDN baseline</a:t>
            </a:r>
          </a:p>
          <a:p>
            <a:pPr marL="406400" indent="-254000">
              <a:spcAft>
                <a:spcPts val="20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Hand-chosen weights, no sensitivity analysis yet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4434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06400" indent="-254000">
              <a:spcAft>
                <a:spcPts val="11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Reacting to real-time conditions halves latency and removes 95 % of packet loss</a:t>
            </a:r>
          </a:p>
          <a:p>
            <a:pPr marL="406400" indent="-254000">
              <a:spcAft>
                <a:spcPts val="1100"/>
              </a:spcAft>
            </a:pPr>
            <a:r>
              <a:rPr sz="19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F2933"/>
                </a:solidFill>
                <a:latin typeface="Calibri"/>
              </a:rPr>
              <a:t>A small explainable classifier adds a proactive step that reactive routing cannot take</a:t>
            </a:r>
          </a:p>
          <a:p>
            <a:pPr marL="342900" indent="-190500" lvl="1">
              <a:spcAft>
                <a:spcPts val="11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learned or swept cost weights</a:t>
            </a:r>
          </a:p>
          <a:p>
            <a:pPr marL="342900" indent="-190500" lvl="1">
              <a:spcAft>
                <a:spcPts val="11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real public traffic traces instead of generated data</a:t>
            </a:r>
          </a:p>
          <a:p>
            <a:pPr marL="342900" indent="-190500" lvl="1">
              <a:spcAft>
                <a:spcPts val="11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20 - 100 router topologies, repeated over many seeds</a:t>
            </a:r>
          </a:p>
          <a:p>
            <a:pPr marL="342900" indent="-190500" lvl="1">
              <a:spcAft>
                <a:spcPts val="11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ECMP and QoS baselines; closed-loop feedback</a:t>
            </a:r>
          </a:p>
          <a:p>
            <a:pPr marL="342900" indent="-190500" lvl="1">
              <a:spcAft>
                <a:spcPts val="1100"/>
              </a:spcAft>
            </a:pPr>
            <a:r>
              <a:rPr sz="1700" b="0" i="0">
                <a:solidFill>
                  <a:srgbClr val="64748B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deploy the cost function as an OSPF metric or an SDN controller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2000" b="1" i="0">
                <a:solidFill>
                  <a:srgbClr val="1F2933"/>
                </a:solidFill>
                <a:latin typeface="Calibri"/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